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56" r:id="rId3"/>
    <p:sldId id="257" r:id="rId4"/>
    <p:sldId id="263" r:id="rId5"/>
    <p:sldId id="260" r:id="rId6"/>
    <p:sldId id="266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>
      <p:cViewPr varScale="1">
        <p:scale>
          <a:sx n="59" d="100"/>
          <a:sy n="59" d="100"/>
        </p:scale>
        <p:origin x="5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452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34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72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453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956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01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04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16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17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85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588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3946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3600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449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3496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9539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653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2CF76-D913-4251-A4C0-398A8FE8F0EB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16E1B-78AC-4669-B6A4-9C13AC02CA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509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B0EF5-C094-565F-21D9-AE385457B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371" y="64747"/>
            <a:ext cx="11691257" cy="2613139"/>
          </a:xfrm>
        </p:spPr>
        <p:txBody>
          <a:bodyPr>
            <a:normAutofit/>
          </a:bodyPr>
          <a:lstStyle/>
          <a:p>
            <a:r>
              <a:rPr lang="es-CO" sz="4400" b="1" dirty="0"/>
              <a:t>COMO CALCULAR EL RECARGO NOCTURNO DOMINICAL O FESTIVO EN COLOMBIA </a:t>
            </a:r>
            <a:r>
              <a:rPr lang="es-CO" sz="4400" b="1"/>
              <a:t>ACTUALIZADO 2026                                                            </a:t>
            </a:r>
            <a:endParaRPr lang="es-ES" sz="44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04269F-430E-B4CD-07DC-0746EEC4B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86" y="2677887"/>
            <a:ext cx="11244943" cy="3559627"/>
          </a:xfrm>
        </p:spPr>
        <p:txBody>
          <a:bodyPr>
            <a:normAutofit fontScale="92500" lnSpcReduction="20000"/>
          </a:bodyPr>
          <a:lstStyle/>
          <a:p>
            <a:r>
              <a:rPr lang="es-CO" sz="3200" b="1" dirty="0"/>
              <a:t>Nombres:</a:t>
            </a:r>
          </a:p>
          <a:p>
            <a:r>
              <a:rPr lang="es-CO" sz="3200" b="1" dirty="0"/>
              <a:t> Marien Tamara Segura Carvajal</a:t>
            </a:r>
          </a:p>
          <a:p>
            <a:r>
              <a:rPr lang="es-CO" sz="3200" b="1" dirty="0"/>
              <a:t>Juan David Ramírez Churta</a:t>
            </a:r>
          </a:p>
          <a:p>
            <a:endParaRPr lang="es-CO" sz="3200" b="1" dirty="0"/>
          </a:p>
          <a:p>
            <a:r>
              <a:rPr lang="es-CO" sz="3200" b="1" dirty="0"/>
              <a:t>Profesor:</a:t>
            </a:r>
          </a:p>
          <a:p>
            <a:r>
              <a:rPr lang="es-CO" sz="3200" b="1" dirty="0"/>
              <a:t>Jimmy Reinel</a:t>
            </a:r>
            <a:endParaRPr lang="es-ES" sz="3200" b="1" dirty="0"/>
          </a:p>
        </p:txBody>
      </p:sp>
    </p:spTree>
    <p:extLst>
      <p:ext uri="{BB962C8B-B14F-4D97-AF65-F5344CB8AC3E}">
        <p14:creationId xmlns:p14="http://schemas.microsoft.com/office/powerpoint/2010/main" val="5853986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10D20-431C-2540-870B-E65CC3D5E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dirty="0"/>
              <a:t>Recargo Nocturno Dominical O Festivo </a:t>
            </a:r>
            <a:br>
              <a:rPr lang="es-CO" b="1" dirty="0"/>
            </a:br>
            <a:r>
              <a:rPr lang="es-CO" b="1" dirty="0"/>
              <a:t>Colombia 2026</a:t>
            </a:r>
            <a:endParaRPr lang="es-ES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88932E-4134-F622-9095-A982EBE4A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Cálculo y regulación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240301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17647-993D-6267-2773-263B20AC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8" y="441325"/>
            <a:ext cx="10515600" cy="1325563"/>
          </a:xfrm>
        </p:spPr>
        <p:txBody>
          <a:bodyPr/>
          <a:lstStyle/>
          <a:p>
            <a:pPr algn="ctr"/>
            <a:r>
              <a:rPr lang="es-CO" dirty="0"/>
              <a:t>¿Qué es y cuánto se paga?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C590C9-3D73-AC85-FB81-862B626A62AF}"/>
              </a:ext>
            </a:extLst>
          </p:cNvPr>
          <p:cNvSpPr txBox="1"/>
          <p:nvPr/>
        </p:nvSpPr>
        <p:spPr>
          <a:xfrm>
            <a:off x="762000" y="2035629"/>
            <a:ext cx="10863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Pago adicional por trabajo nocturno en domingos o festivos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Recargo nocturno: 35%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Recargo dominical o festivo: 90%</a:t>
            </a:r>
            <a:r>
              <a:rPr lang="es-ES" sz="2400" dirty="0"/>
              <a:t> (desde 1 julio 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Total: 125%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94774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E46479-4D3B-E9E0-7643-9B8A77259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85" y="976518"/>
            <a:ext cx="4541224" cy="49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057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167DF-0E1C-6BC5-DF99-A78C95C2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365125"/>
            <a:ext cx="4615543" cy="1325563"/>
          </a:xfrm>
        </p:spPr>
        <p:txBody>
          <a:bodyPr/>
          <a:lstStyle/>
          <a:p>
            <a:r>
              <a:rPr lang="es-CO" dirty="0"/>
              <a:t>¿Cuanto Se Paga?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534818-FF8B-C766-3FD7-6280A9EE00EF}"/>
              </a:ext>
            </a:extLst>
          </p:cNvPr>
          <p:cNvSpPr txBox="1"/>
          <p:nvPr/>
        </p:nvSpPr>
        <p:spPr>
          <a:xfrm>
            <a:off x="1480457" y="2111829"/>
            <a:ext cx="92855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Total  a Pagar</a:t>
            </a:r>
          </a:p>
          <a:p>
            <a:r>
              <a:rPr lang="es-CO" sz="2400" dirty="0"/>
              <a:t>$150.080</a:t>
            </a:r>
          </a:p>
          <a:p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8 horas nocturnas dominicales (julio 2026)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Salario ordinario: $66.704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Recargo nocturno dominical: $83.376</a:t>
            </a:r>
            <a:endParaRPr lang="es-ES" sz="2400" dirty="0"/>
          </a:p>
          <a:p>
            <a:r>
              <a:rPr lang="es-ES" sz="2400" dirty="0"/>
              <a:t>Total Devengado: $150.080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036726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D477644-95D9-A882-89E9-F6D0F23BA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67" y="822260"/>
            <a:ext cx="9389366" cy="461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06206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1739049-4D2D-F09C-74D6-5A16E611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1" y="999896"/>
            <a:ext cx="8929514" cy="455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90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BFF3D3-BB3D-2CA4-BD74-46D411DA7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274" y="1867708"/>
            <a:ext cx="6515226" cy="312258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C78D89-239C-CE07-FC3D-CA2D8B5CE171}"/>
              </a:ext>
            </a:extLst>
          </p:cNvPr>
          <p:cNvSpPr txBox="1"/>
          <p:nvPr/>
        </p:nvSpPr>
        <p:spPr>
          <a:xfrm>
            <a:off x="2578100" y="558800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CABE RESALTAR QUE NO CUBRE AUXILIO DE TRANSPORTE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1046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34AEF-AA98-CE56-C022-73FF28B5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751114"/>
          </a:xfrm>
        </p:spPr>
        <p:txBody>
          <a:bodyPr/>
          <a:lstStyle/>
          <a:p>
            <a:r>
              <a:rPr lang="es-CO" dirty="0"/>
              <a:t>Conclusión: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CECB587-4F3C-1AE7-7406-31C2D6E5AEBC}"/>
              </a:ext>
            </a:extLst>
          </p:cNvPr>
          <p:cNvSpPr txBox="1"/>
          <p:nvPr/>
        </p:nvSpPr>
        <p:spPr>
          <a:xfrm>
            <a:off x="391884" y="1719943"/>
            <a:ext cx="92746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Identifica el salario base y el valor de la hora ordinaria según la jornada laboral (220 horas hasta julio 2026 y 210 horas desde el 15 de julio de 2026).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Aplica recargos correspondientes: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Nocturno: 35%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Dominical o Festivo: 90% (desde el 1 de julio 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Nocturno Dominical o Festivo: 125% (desde el 1 de julio de 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Verifica la normativa vigente y ajusta según el salario y jornada laboral especifica.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Consulta con un experto en derecho laboral para asegurarte de cumplir con las normas.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921524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161</TotalTime>
  <Words>220</Words>
  <Application>Microsoft Office PowerPoint</Application>
  <PresentationFormat>Panorámica</PresentationFormat>
  <Paragraphs>31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COMO CALCULAR EL RECARGO NOCTURNO DOMINICAL O FESTIVO EN COLOMBIA ACTUALIZADO 2026                                                            </vt:lpstr>
      <vt:lpstr>Recargo Nocturno Dominical O Festivo  Colombia 2026</vt:lpstr>
      <vt:lpstr>¿Qué es y cuánto se paga?</vt:lpstr>
      <vt:lpstr>Presentación de PowerPoint</vt:lpstr>
      <vt:lpstr>¿Cuanto Se Paga?</vt:lpstr>
      <vt:lpstr>Presentación de PowerPoint</vt:lpstr>
      <vt:lpstr>Presentación de PowerPoint</vt:lpstr>
      <vt:lpstr>Presentación de PowerPoint</vt:lpstr>
      <vt:lpstr>Conclusión: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marientamaraseguracarvajal@gmail.com</dc:creator>
  <cp:lastModifiedBy>marientamaraseguracarvajal@gmail.com</cp:lastModifiedBy>
  <cp:revision>4</cp:revision>
  <dcterms:created xsi:type="dcterms:W3CDTF">2026-03-04T14:15:42Z</dcterms:created>
  <dcterms:modified xsi:type="dcterms:W3CDTF">2026-03-19T14:23:26Z</dcterms:modified>
</cp:coreProperties>
</file>